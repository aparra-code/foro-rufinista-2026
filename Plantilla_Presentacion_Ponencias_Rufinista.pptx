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3000"/>
            <a:lum/>
          </a:blip>
          <a:srcRect/>
          <a:stretch>
            <a:fillRect l="-2000" t="53000" r="-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78998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A2D5A"/>
                </a:solidFill>
              </a:rPr>
              <a:t>ENCUENTRO RUFINISTA
EDUCACIÓN, TECNOLOGÍA Y TERRITORIO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71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dirty="0" err="1">
                <a:solidFill>
                  <a:srgbClr val="009BAA"/>
                </a:solidFill>
              </a:rPr>
              <a:t>Plantilla</a:t>
            </a:r>
            <a:r>
              <a:rPr sz="1800" dirty="0">
                <a:solidFill>
                  <a:srgbClr val="009BAA"/>
                </a:solidFill>
              </a:rPr>
              <a:t> </a:t>
            </a:r>
            <a:r>
              <a:rPr sz="1800" dirty="0" err="1">
                <a:solidFill>
                  <a:srgbClr val="009BAA"/>
                </a:solidFill>
              </a:rPr>
              <a:t>oficial</a:t>
            </a:r>
            <a:r>
              <a:rPr sz="1800" dirty="0">
                <a:solidFill>
                  <a:srgbClr val="009BAA"/>
                </a:solidFill>
              </a:rPr>
              <a:t> para </a:t>
            </a:r>
            <a:r>
              <a:rPr sz="1800" dirty="0" err="1">
                <a:solidFill>
                  <a:srgbClr val="009BAA"/>
                </a:solidFill>
              </a:rPr>
              <a:t>presentación</a:t>
            </a:r>
            <a:r>
              <a:rPr sz="1800" dirty="0">
                <a:solidFill>
                  <a:srgbClr val="009BAA"/>
                </a:solidFill>
              </a:rPr>
              <a:t> de </a:t>
            </a:r>
            <a:r>
              <a:rPr sz="1800" dirty="0" err="1">
                <a:solidFill>
                  <a:srgbClr val="009BAA"/>
                </a:solidFill>
              </a:rPr>
              <a:t>ponencias</a:t>
            </a:r>
            <a:r>
              <a:rPr sz="1800" dirty="0">
                <a:solidFill>
                  <a:srgbClr val="009BAA"/>
                </a:solidFill>
              </a:rPr>
              <a:t>
</a:t>
            </a:r>
            <a:r>
              <a:rPr sz="1800" dirty="0" err="1">
                <a:solidFill>
                  <a:srgbClr val="009BAA"/>
                </a:solidFill>
              </a:rPr>
              <a:t>Foro</a:t>
            </a:r>
            <a:r>
              <a:rPr sz="1800" dirty="0">
                <a:solidFill>
                  <a:srgbClr val="009BAA"/>
                </a:solidFill>
              </a:rPr>
              <a:t> </a:t>
            </a:r>
            <a:r>
              <a:rPr sz="1800" dirty="0" err="1">
                <a:solidFill>
                  <a:srgbClr val="009BAA"/>
                </a:solidFill>
              </a:rPr>
              <a:t>Educativo</a:t>
            </a:r>
            <a:r>
              <a:rPr sz="1800" dirty="0">
                <a:solidFill>
                  <a:srgbClr val="009BAA"/>
                </a:solidFill>
              </a:rPr>
              <a:t> </a:t>
            </a:r>
            <a:r>
              <a:rPr sz="1800" dirty="0" err="1">
                <a:solidFill>
                  <a:srgbClr val="009BAA"/>
                </a:solidFill>
              </a:rPr>
              <a:t>Institucional</a:t>
            </a:r>
            <a:r>
              <a:rPr sz="1800" dirty="0">
                <a:solidFill>
                  <a:srgbClr val="009BAA"/>
                </a:solidFill>
              </a:rPr>
              <a:t>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6622473" cy="73152"/>
          </a:xfrm>
          <a:prstGeom prst="rect">
            <a:avLst/>
          </a:prstGeom>
          <a:solidFill>
            <a:srgbClr val="6EA03C"/>
          </a:solidFill>
          <a:ln>
            <a:solidFill>
              <a:srgbClr val="6E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D5A"/>
                </a:solidFill>
              </a:rPr>
              <a:t>Estructura sugerida de la ponencia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1. Presentación del problema o experiencia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2. Objetivos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3. Fundamentación conceptual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4. Metodología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5. Desarrollo de la experiencia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6. Resultados y hallazgos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7. Reflexiones y conclusiones</a:t>
            </a:r>
          </a:p>
          <a:p>
            <a:pPr>
              <a:defRPr sz="2000">
                <a:solidFill>
                  <a:srgbClr val="464646"/>
                </a:solidFill>
              </a:defRPr>
            </a:pPr>
            <a:r>
              <a:t>8. Relación con el FED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D5A"/>
                </a:solidFill>
              </a:rPr>
              <a:t>Líneas temáticas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BAA"/>
                </a:solidFill>
              </a:defRPr>
            </a:pPr>
            <a:r>
              <a:t>• Educación y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46AA"/>
                </a:solidFill>
              </a:defRPr>
            </a:pPr>
            <a:r>
              <a:t>•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BAA"/>
                </a:solidFill>
              </a:defRPr>
            </a:pPr>
            <a:r>
              <a:t>• Ciudadanía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46AA"/>
                </a:solidFill>
              </a:defRPr>
            </a:pPr>
            <a:r>
              <a:t>• Convivencia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BAA"/>
                </a:solidFill>
              </a:defRPr>
            </a:pPr>
            <a:r>
              <a:t>• Innovación pedagógica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46AA"/>
                </a:solidFill>
              </a:defRPr>
            </a:pPr>
            <a:r>
              <a:t>• Bienestar socioemocional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BAA"/>
                </a:solidFill>
              </a:defRPr>
            </a:pPr>
            <a:r>
              <a:t>• Territorio y comunidad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88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46AA"/>
                </a:solidFill>
              </a:defRPr>
            </a:pPr>
            <a:r>
              <a:t>• Medios y cultura digital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D5A"/>
                </a:solidFill>
              </a:rPr>
              <a:t>Recomendaciones para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Utilizar poco texto y más elementos visuales.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Mantener coherencia visual e institucional.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Usar imágenes, diagramas y gráficos legibles.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7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Priorizar ideas clave y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Respetar tiempos de exposición.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46"/>
                </a:solidFill>
              </a:defRPr>
            </a:pPr>
            <a:r>
              <a:t>✓ Citar referencias en APA 7ª edición.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D5A"/>
                </a:solidFill>
              </a:rPr>
              <a:t>Título de la ponencia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9BAA"/>
                </a:solidFill>
              </a:defRPr>
            </a:pPr>
            <a:r>
              <a:t>Autor(es) – Área – Dependencia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64646"/>
                </a:solidFill>
              </a:defRPr>
            </a:pPr>
            <a:r>
              <a:t>• Introducción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t>• Objetivos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t>• Metodología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t>• Resultados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t>• Conclusiones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4290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0A2D5A"/>
                </a:solidFill>
              </a:rPr>
              <a:t>Gracias </a:t>
            </a:r>
            <a:r>
              <a:rPr sz="3000" b="1" dirty="0" err="1">
                <a:solidFill>
                  <a:srgbClr val="0A2D5A"/>
                </a:solidFill>
              </a:rPr>
              <a:t>por</a:t>
            </a:r>
            <a:r>
              <a:rPr sz="3000" b="1" dirty="0">
                <a:solidFill>
                  <a:srgbClr val="0A2D5A"/>
                </a:solidFill>
              </a:rPr>
              <a:t> </a:t>
            </a:r>
            <a:r>
              <a:rPr sz="3000" b="1" dirty="0" err="1">
                <a:solidFill>
                  <a:srgbClr val="0A2D5A"/>
                </a:solidFill>
              </a:rPr>
              <a:t>compartir</a:t>
            </a:r>
            <a:r>
              <a:rPr sz="3000" b="1" dirty="0">
                <a:solidFill>
                  <a:srgbClr val="0A2D5A"/>
                </a:solidFill>
              </a:rPr>
              <a:t> </a:t>
            </a:r>
            <a:r>
              <a:rPr sz="3000" b="1" dirty="0" err="1">
                <a:solidFill>
                  <a:srgbClr val="0A2D5A"/>
                </a:solidFill>
              </a:rPr>
              <a:t>conocimiento</a:t>
            </a:r>
            <a:r>
              <a:rPr sz="3000" b="1" dirty="0">
                <a:solidFill>
                  <a:srgbClr val="0A2D5A"/>
                </a:solidFill>
              </a:rPr>
              <a:t> </a:t>
            </a:r>
            <a:r>
              <a:rPr sz="3000" b="1" dirty="0" err="1">
                <a:solidFill>
                  <a:srgbClr val="0A2D5A"/>
                </a:solidFill>
              </a:rPr>
              <a:t>Rufinista</a:t>
            </a:r>
            <a:endParaRPr sz="3000" b="1" dirty="0">
              <a:solidFill>
                <a:srgbClr val="0A2D5A"/>
              </a:solidFill>
            </a:endParaRPr>
          </a:p>
          <a:p>
            <a:pPr algn="ctr">
              <a:defRPr sz="2000">
                <a:solidFill>
                  <a:srgbClr val="009BAA"/>
                </a:solidFill>
              </a:defRPr>
            </a:pPr>
            <a:r>
              <a:rPr dirty="0" err="1"/>
              <a:t>Foro</a:t>
            </a:r>
            <a:r>
              <a:rPr dirty="0"/>
              <a:t> </a:t>
            </a:r>
            <a:r>
              <a:rPr dirty="0" err="1"/>
              <a:t>Educativo</a:t>
            </a:r>
            <a:r>
              <a:rPr dirty="0"/>
              <a:t> </a:t>
            </a:r>
            <a:r>
              <a:rPr dirty="0" err="1"/>
              <a:t>Institucional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162</Words>
  <Application>Microsoft Office PowerPoint</Application>
  <PresentationFormat>Presentación en pantalla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JAVIER ANDRES MORENO TORRES</cp:lastModifiedBy>
  <cp:revision>2</cp:revision>
  <dcterms:created xsi:type="dcterms:W3CDTF">2013-01-27T09:14:16Z</dcterms:created>
  <dcterms:modified xsi:type="dcterms:W3CDTF">2026-05-25T14:56:01Z</dcterms:modified>
  <cp:category/>
</cp:coreProperties>
</file>